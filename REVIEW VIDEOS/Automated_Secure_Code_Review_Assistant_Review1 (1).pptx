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12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A274-435D-A914-7D12-64EE22DC7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77965-A0F4-0AE1-7385-188EE8B6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4249-CBA9-141D-1F1E-2C4F261E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CFD5-4F93-7953-BB8D-07EA8495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E44A-3699-520E-A654-8C21E691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700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CBD52-2104-A4D1-6E46-6E9988D0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BA0A-755A-5430-762A-15E6AE121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E9440-A621-D15D-20BD-E7B064A6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B5406-7062-5D02-ADEB-CA19C11E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A9E64-42ED-94B0-1E81-496796C2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06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D3A2-36A2-0555-5589-63F7013B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FAD87-4C30-1CEA-7235-444D2EF16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6689F-092C-CAF3-335D-0E5A7ADA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5B001-2558-3CDB-39D0-92E03716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090AA-085B-2194-1460-A9A8F4C9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652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B82C-82A9-7A37-55D8-875B9A5D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7A090-7EFC-851B-777D-C53523ECA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BA5CA-B34B-8939-293B-4278A8BAA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98D28-1078-3787-C442-1CFA35A8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4E99A-AD1B-AFEF-3C11-C43EDAA4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D102F-F122-B027-F13D-0D9EB069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657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B887-489E-B511-8431-F883B123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5352-6154-241B-0604-A9738DDF1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3238B-91F6-5448-18B7-EFEBA8966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CAC10-15F1-8BD2-244C-35DECA16D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1BA42-FDA8-B1C7-85BA-45CC402C4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53481-790A-D9AB-0ACF-7A38A9A1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E0BA14-2CD4-3638-5BD8-CB7951D0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0209E-BD5C-29EB-7671-FB774815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664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36E6-E296-299B-1613-901C153F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4D211-4B83-7C43-5D91-9D1C63DB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FBC98-332E-CFFE-7C79-193A1373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643CE-F50E-FF1A-D549-283BC593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273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FBF11-41D7-FBD2-E7DC-C2E4BE90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60DF3-2687-CF9B-4D81-5A1D7CAC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6CC2B-3DA4-C592-4374-FC665BC5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052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B579-7A90-5EA0-E9D3-3785E0EB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F0FE-1D63-BCAB-464F-F2F7D884B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05453-B7C6-200E-B5BC-1349ADA58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B7152-0638-3B57-25E3-604FC8F7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74210-631D-74E4-27A9-655AE6EF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64DD-26AC-37A6-AA3F-22CF7308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84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D315-830E-A8BD-1693-120BD8B1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64043-D4AB-7C2A-9920-85427AEE1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207D-0DCF-DA59-BF86-3DBDBC0F9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DAD42-03AB-123C-2AA9-E5D39400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6D5F-C221-8E67-B3D2-30062A06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6880B-2037-6D91-9735-3D479F80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72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B2D9-2944-BB5E-3AD5-23D25788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C2DF3-8A73-94A9-EE4B-98AF05A0B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FC8F2-8B70-342E-9785-A15F148C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10256-354D-1FA2-01F7-B686A287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1A3D3-E8E7-CBA3-0020-31BF72C8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83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4DDDFB-46CB-C987-8C7F-A70057A9A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6B3F1-18C0-3A97-135C-DE0C0DFD2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A1A73-95E3-BEF3-FE1D-D9263CAA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246F5-98B0-AAFB-00A7-4FAB7DB8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EB7DE-23E1-28BB-DB7A-AE6B4C85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235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E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9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5E720-ED7F-9619-2CDF-EB1034BB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2F62A-8738-1C63-CD04-6EB9199A2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17009-28E2-7078-4BE1-EBEA050E2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D9E5B-ED79-4A3E-ABFA-20E2CAD8F45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315F-EC6D-8E56-1670-D66A6CF95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03D51-4997-C072-2DCC-DF6487A44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0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76CC8454-CAF0-E447-0A4D-5356341EED4E}"/>
              </a:ext>
            </a:extLst>
          </p:cNvPr>
          <p:cNvSpPr/>
          <p:nvPr/>
        </p:nvSpPr>
        <p:spPr>
          <a:xfrm>
            <a:off x="2857967" y="1873870"/>
            <a:ext cx="6217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Secure Code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Assistant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F04CBC-5F09-6167-AC4E-C1B405011F7C}"/>
              </a:ext>
            </a:extLst>
          </p:cNvPr>
          <p:cNvSpPr/>
          <p:nvPr/>
        </p:nvSpPr>
        <p:spPr>
          <a:xfrm>
            <a:off x="4660641" y="3530235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(IDE + CI Plugin)</a:t>
            </a:r>
            <a:endParaRPr lang="en-US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F1B505E-856F-FB45-3B36-F87BDDED1A0C}"/>
              </a:ext>
            </a:extLst>
          </p:cNvPr>
          <p:cNvSpPr/>
          <p:nvPr/>
        </p:nvSpPr>
        <p:spPr>
          <a:xfrm>
            <a:off x="3176141" y="4333883"/>
            <a:ext cx="5943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developer-friendly system that reviews code before commit and during CI pipeline, flags security issues, explains risk, recommends fixes, and decides whether the build can pass.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67C5E8-B4BA-44E3-5B89-AC566863B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92" y="177210"/>
            <a:ext cx="9975669" cy="1270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412AA9-606C-C9BF-727F-AB4B0B91B796}"/>
              </a:ext>
            </a:extLst>
          </p:cNvPr>
          <p:cNvSpPr txBox="1"/>
          <p:nvPr/>
        </p:nvSpPr>
        <p:spPr>
          <a:xfrm>
            <a:off x="979092" y="5542384"/>
            <a:ext cx="4534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SHAIK THOUHID (192421280)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JAI KOUSICK T G (192421367)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77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Statement &amp; Proposed system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408176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179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⚠️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1453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3B"/>
                </a:solidFill>
              </a:rPr>
              <a:t>Current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589046"/>
            <a:ext cx="46177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usually notice security issues late, after code is pushed or deployed.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secure code review is slow and depends on reviewer experience.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mistakes such as hardcoded secrets, SQL injection, unsafe auth logic, and weak config can enter the main branch.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pipeline may fail, but developers often do not get clear fix guidance.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6520" y="12344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0F7FF"/>
          </a:solidFill>
          <a:ln w="8890">
            <a:solidFill>
              <a:srgbClr val="C6DBF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9984" y="1408176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3136" y="15179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33488" y="1453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3B"/>
                </a:solidFill>
              </a:rPr>
              <a:t>Project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414016"/>
            <a:ext cx="425196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automated assistant that reviews code in an IDE-like interface and also validates pull requests through a CI policy gate.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issue severity, vulnerable line, explanation, suggested fix, and build decision.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dashboard summary for Review / Pass / Block release decision.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961" y="1514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0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Project Objective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7824" y="18013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1867533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200201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49040" y="18013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20256" y="18013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91472" y="18013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lnSpc>
                <a:spcPct val="150000"/>
              </a:lnSpc>
            </a:pPr>
            <a:fld id="{F7021451-1387-4CA6-816F-3879F97B5CBC}" type="slidenum"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pPr algn="l">
                <a:lnSpc>
                  <a:spcPct val="150000"/>
                </a:lnSpc>
              </a:pPr>
              <a:t>3</a:t>
            </a:fld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BB25B59-A083-DC14-0FAE-943713209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32" y="99830"/>
            <a:ext cx="10171176" cy="1308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1617DF-CFA8-6C94-DA66-89E75E26E27E}"/>
              </a:ext>
            </a:extLst>
          </p:cNvPr>
          <p:cNvSpPr txBox="1"/>
          <p:nvPr/>
        </p:nvSpPr>
        <p:spPr>
          <a:xfrm>
            <a:off x="2881449" y="3128874"/>
            <a:ext cx="61395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review source code automatically for security issues.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coding errors and vulnerabilities.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suggestions for fixing detected issues.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code quality and application security.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security reports for developers.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1381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IDE + CI + Dashboard connection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719072" cy="190195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139696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2249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B"/>
                </a:solidFill>
              </a:rPr>
              <a:t>IDE Plugin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3090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Developer writes code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receives instant hint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404872" y="2788920"/>
            <a:ext cx="33832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874520"/>
            <a:ext cx="1719072" cy="190195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139696"/>
            <a:ext cx="530352" cy="5303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249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0944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B"/>
                </a:solidFill>
              </a:rPr>
              <a:t>Scanner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9232" y="3090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Pattern rules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SAST tools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553712" y="2788920"/>
            <a:ext cx="33832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83480" y="1874520"/>
            <a:ext cx="1719072" cy="1901952"/>
          </a:xfrm>
          <a:prstGeom prst="roundRect">
            <a:avLst>
              <a:gd name="adj" fmla="val 4255"/>
            </a:avLst>
          </a:prstGeom>
          <a:solidFill>
            <a:srgbClr val="FFF7ED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2139696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2249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⚖️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9784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B"/>
                </a:solidFill>
              </a:rPr>
              <a:t>Risk Analyzer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48072" y="3090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Severity score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policy check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702552" y="2788920"/>
            <a:ext cx="33832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1874520"/>
            <a:ext cx="1719072" cy="190195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213969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2249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⚙️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78624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B"/>
                </a:solidFill>
              </a:rPr>
              <a:t>CI Plugin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96912" y="3090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Pull request gate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pass/review/block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851392" y="2788920"/>
            <a:ext cx="33832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81160" y="1874520"/>
            <a:ext cx="1719072" cy="190195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75520" y="2139696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8672" y="2249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27464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B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45752" y="3090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Charts, report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</a:rPr>
              <a:t>fix guidance</a:t>
            </a:r>
            <a:endParaRPr lang="en-US" sz="86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Modules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335024"/>
            <a:ext cx="10744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6459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556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481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Module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3B"/>
                </a:solidFill>
              </a:rPr>
              <a:t>Code Input &amp; IDE Review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23560" y="16733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Accept code snippet/file/repository and show instant security warnings in an IDE-style review panel.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77240" y="2843784"/>
            <a:ext cx="10744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315468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6440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990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Module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32278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3B"/>
                </a:solidFill>
              </a:rPr>
              <a:t>Automated Static Analysis &amp; Policy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318211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Detect insecure patterns, classify severity, calculate security score, and apply pass/review/block rules.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77240" y="4352544"/>
            <a:ext cx="10744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4663440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7731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44988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</a:rPr>
              <a:t>Module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4736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3B"/>
                </a:solidFill>
              </a:rPr>
              <a:t>CI Dashboard, Remediation &amp; Reports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23560" y="469087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Show pipeline result, issue table, recommendations, charts, and downloadable report.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and Technologies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1381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Chosen for a DevOps / DevSecOps implementation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627632"/>
            <a:ext cx="603504" cy="603504"/>
          </a:xfrm>
          <a:prstGeom prst="roundRect">
            <a:avLst>
              <a:gd name="adj" fmla="val 757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7393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6276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13B"/>
                </a:solidFill>
              </a:rPr>
              <a:t>VS Code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4592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</a:rPr>
              <a:t>IDE-side review panel / extension concept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627632"/>
            <a:ext cx="603504" cy="603504"/>
          </a:xfrm>
          <a:prstGeom prst="roundRect">
            <a:avLst>
              <a:gd name="adj" fmla="val 757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77393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⚙️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6276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13B"/>
                </a:solidFill>
              </a:rPr>
              <a:t>GitHub Actions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4068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</a:rPr>
              <a:t>CI workflow and pull-request gate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1627632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177393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0" y="16276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13B"/>
                </a:solidFill>
              </a:rPr>
              <a:t>Semgrep / Bandit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3544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</a:rPr>
              <a:t>Static code security scanning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85800" y="32461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" y="3456432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60273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🛡️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4564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13B"/>
                </a:solidFill>
              </a:rPr>
              <a:t>GitHub Code Scanning / CodeQL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45920" y="3813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</a:rPr>
              <a:t>SARIF alerts and code security checks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480560" y="32461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456432"/>
            <a:ext cx="603504" cy="603504"/>
          </a:xfrm>
          <a:prstGeom prst="roundRect">
            <a:avLst>
              <a:gd name="adj" fmla="val 757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60273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4564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13B"/>
                </a:solidFill>
              </a:rPr>
              <a:t>Streamlit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40680" y="3813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</a:rPr>
              <a:t>Dashboard prototype for Review 1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275320" y="32461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76488" y="3456432"/>
            <a:ext cx="603504" cy="603504"/>
          </a:xfrm>
          <a:prstGeom prst="roundRect">
            <a:avLst>
              <a:gd name="adj" fmla="val 757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60273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🗂️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5440" y="34564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13B"/>
                </a:solidFill>
              </a:rPr>
              <a:t>SQLite / CSV / JSON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235440" y="3813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</a:rPr>
              <a:t>Store scan results and generate reports</a:t>
            </a:r>
            <a:endParaRPr lang="en-US" sz="94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 in VS Code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9105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84832" y="14081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13B"/>
                </a:solidFill>
              </a:rPr>
              <a:t>Streamlit prototype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36592" y="139903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Build dashboard pages: input code, issue list, policy result, report download.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042416" y="2011680"/>
            <a:ext cx="0" cy="32004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32888"/>
            <a:ext cx="530352" cy="5303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6426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4688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24597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13B"/>
                </a:solidFill>
              </a:rPr>
              <a:t>Scanner logic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245059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Add rule-based checks for secrets, SQL injection, weak crypto, debug mode, unsafe eval.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42416" y="3063240"/>
            <a:ext cx="0" cy="32004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84448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6941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5204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13B"/>
                </a:solidFill>
              </a:rPr>
              <a:t>CI workflow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350215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Create GitHub Actions file to run scanner and output JSON/SARIF report.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42416" y="4114800"/>
            <a:ext cx="0" cy="32004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36008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74573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572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Phase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84832" y="456285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13B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36592" y="455371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Push to GitHub and deploy dashboard to Streamlit Cloud.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Output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4721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Security Score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941832" y="17373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A34A"/>
                </a:solidFill>
              </a:rPr>
              <a:t>82/100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63240" y="1325880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27832" y="14721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Issues Found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227832" y="17373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97316"/>
                </a:solidFill>
              </a:rPr>
              <a:t>7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349240" y="1325880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13832" y="14721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CI Decision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5513832" y="17373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563EB"/>
                </a:solidFill>
              </a:rPr>
              <a:t>REVIEW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635240" y="1325880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99832" y="14721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Secrets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799832" y="17373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A34A"/>
                </a:solidFill>
              </a:rPr>
              <a:t>0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77240" y="27432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2971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13B"/>
                </a:solidFill>
              </a:rPr>
              <a:t>Downloadable Report Contains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4389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10213B"/>
                </a:solidFill>
              </a:rPr>
              <a:t>Project/repository name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Scan time and tool used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Issue severity and line number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Recommended remediation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Final CI decision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2743200"/>
            <a:ext cx="4572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01968" y="2971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13B"/>
                </a:solidFill>
              </a:rPr>
              <a:t>Benefits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3383280"/>
            <a:ext cx="3886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10213B"/>
                </a:solidFill>
              </a:rPr>
              <a:t>Faster review before pull request merge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Clear developer-friendly fix guidance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Reusable CI policy gate</a:t>
            </a:r>
            <a:endParaRPr lang="en-US" sz="1080" dirty="0"/>
          </a:p>
          <a:p>
            <a:r>
              <a:rPr lang="en-US" sz="1080" dirty="0">
                <a:solidFill>
                  <a:srgbClr val="10213B"/>
                </a:solidFill>
              </a:rPr>
              <a:t>Better secure coding awareness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References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1381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used for project grounding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8890">
            <a:solidFill>
              <a:srgbClr val="D7E2EF"/>
            </a:solidFill>
            <a:prstDash val="solid"/>
          </a:ln>
          <a:effectLst>
            <a:outerShdw blurRad="19050" dist="50800" dir="2700000" algn="bl" rotWithShape="0">
              <a:srgbClr val="DCE6F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72768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Docs — Code scanning: analyzes repositories to find vulnerabilities and coding errors. https://docs.github.com/code-security/code-scanning/automatically-scanning-your-code-for-vulnerabilities-and-errors/about-code-scanning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2231136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GitHub Docs — CodeQL code scanning: CodeQL identifies vulnerabilities and errors and reports alerts. https://docs.github.com/code-security/code-scanning/introduction-to-code-scanning/about-code-scanning-with-codeql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2889504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Semgrep — static analysis tool for bugs, vulnerabilities, secure guardrails, IDE and CI workflows. https://github.com/semgrep/semgrep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354787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SonarQube for IDE — connected mode provides IDE remediation guidance and issue synchronization. https://docs.sonarsource.com/sonarqube-for-vs-code/connect-your-ide/connected-mode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OWASP Top 10 — standard awareness document for critical web application security risks. https://owasp.org/Top10/2021/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4864608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Streamlit Docs — deploy apps from GitHub repository, branch and main file path. https://docs.streamlit.io/deploy/streamlit-community-cloud/deploy-your-app/deploy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